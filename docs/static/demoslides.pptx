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F0575-1911-F8D9-3959-A231368C9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B92671-FA50-59C9-4EAA-4EDF2EC02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60498F-A937-094E-91DA-54A4BB5D2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29BE-C6BF-6840-92EA-CCBC3A15E4C4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1CC5A2-CB2A-1BA0-BB94-485BB8DF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905CF5-A921-5E2F-59C8-B510ABBE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EF06-D78C-CC41-87E0-DE42CCE74A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010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6B9A6-EEDC-8DA7-97C4-EDA4382C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230DD2-7792-B70E-F66C-60ECC74AE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0FD21D-D23D-B4EF-4473-69B98F75F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29BE-C6BF-6840-92EA-CCBC3A15E4C4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DFAD7-1F6F-7EED-34BE-0865B304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2D8910-9EE2-65C0-CDE5-BCE05C09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EF06-D78C-CC41-87E0-DE42CCE74A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421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82CA1B-709A-2A54-55FF-DDAECBC6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6B6312-21B5-89B5-7707-2459EF7F5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64C01C-A20F-A5D8-30C2-0F1C87C7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29BE-C6BF-6840-92EA-CCBC3A15E4C4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379899-F1D7-8900-7A0C-399861C4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938318-C6C6-953A-5FD3-0B8A410B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EF06-D78C-CC41-87E0-DE42CCE74A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794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A21EF-9B18-45F9-ED89-255B91F2D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5B6211-A2C1-6648-AA68-3A988C223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61D479-57A9-61DA-4C7D-AF74B4A62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CFE3E2-79D8-D1BA-C836-AE4B5F42A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29BE-C6BF-6840-92EA-CCBC3A15E4C4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760225-6AD2-A066-812C-DFE7F08D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8E725F-04AA-D930-F0E7-CA766228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EF06-D78C-CC41-87E0-DE42CCE74A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7194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045725-5D42-11F3-3C92-0104D0E1A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3B7287-9595-86E6-3D54-B783A551F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784AFC-30AD-50AF-C28F-EB37F3C2B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6F9073-1915-91AB-4443-92C759B4E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CA4813-24FD-EB6F-8481-75A9B2E0A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261A02-2FDC-06A6-9796-902F5ED2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29BE-C6BF-6840-92EA-CCBC3A15E4C4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FDF7974-488C-843D-C879-D14F58318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A2B119E-6101-36B4-82F3-01D0ED32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EF06-D78C-CC41-87E0-DE42CCE74A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4102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55D6C-AE11-83B5-952B-810D515C7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441A00-7961-742F-F44E-7CA702A9B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29BE-C6BF-6840-92EA-CCBC3A15E4C4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77FB4D-27EA-8547-F337-30225D511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4B572-E9AD-3C34-C719-8169E633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EF06-D78C-CC41-87E0-DE42CCE74A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3658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DEF883-D7E6-39D7-C9AD-EABAE7FE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29BE-C6BF-6840-92EA-CCBC3A15E4C4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B26A5F-B07D-7CBE-3472-33EEF11D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D3ED79-C0F1-6D4A-BC87-04127933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EF06-D78C-CC41-87E0-DE42CCE74A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3328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A10A9-3287-F174-5851-3DF7E9821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B757A-5DDE-4DD3-8BED-979242A68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46B07F-FCD1-F185-BD4D-29D5F79CB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E39C9A-83C8-3CCD-AC80-51283A80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29BE-C6BF-6840-92EA-CCBC3A15E4C4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EA0608-277A-F2F8-9425-3B89C2BE8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B1FCAA-C510-0420-5FBC-56CA733C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EF06-D78C-CC41-87E0-DE42CCE74A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242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F2752-AE66-59FB-072D-E9DD6CAD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0CE4D7-38D3-4F45-B416-FD9CA7078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EFAD3E-8C61-0286-393A-5CE529655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27DB87-F3F1-08DA-4187-FA45DC1E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29BE-C6BF-6840-92EA-CCBC3A15E4C4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5CE75-1D0B-04EC-BE04-FAF697A5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9913F9-D084-4C4E-8630-5F0E3A95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EF06-D78C-CC41-87E0-DE42CCE74A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544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D73B1-F46A-0E4B-169F-C66968AC6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40197F-49D2-6CDA-49C8-B3BF87A84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74FF63-1C13-F7A9-944A-9BA7FA91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29BE-C6BF-6840-92EA-CCBC3A15E4C4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1DD137-FEFB-6AF3-1E3D-C96A54AD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22ECB-4724-8196-1561-1AC21DC6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EF06-D78C-CC41-87E0-DE42CCE74A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230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7E6B08-0229-0FB8-0473-0E9177856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564A95-8326-168C-AA1C-33064A6BB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5012C-D50B-680A-51F3-72BE3973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629BE-C6BF-6840-92EA-CCBC3A15E4C4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9470DE-4D8B-29F5-FAF1-E403216B9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2F8EE3-2C64-9572-DD07-B0BB9D89D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EF06-D78C-CC41-87E0-DE42CCE74A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85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7E053C8-400E-CA83-E809-6848566FB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E76EAC-448C-D7B0-C67C-E9650FB74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47036-E541-5978-BAA0-A7CB58C388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2629BE-C6BF-6840-92EA-CCBC3A15E4C4}" type="datetimeFigureOut">
              <a:rPr kumimoji="1" lang="zh-CN" altLang="en-US" smtClean="0"/>
              <a:t>2025/12/4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E6F052-D26D-A761-6A69-DEE7201B9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097F3F-63B2-74FF-4E49-587C529B6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4EF06-D78C-CC41-87E0-DE42CCE74AC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651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DED15-4AFD-BD40-1B0A-4EC6E6D3DE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slides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BEA551-BDE3-7944-D320-4D8D523088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9806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D00009-46AE-0316-AEC5-7D4E005F3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C8656-547D-0FC2-74AD-14971F4AC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太阳当空照，花儿对我笑</a:t>
            </a:r>
          </a:p>
        </p:txBody>
      </p:sp>
    </p:spTree>
    <p:extLst>
      <p:ext uri="{BB962C8B-B14F-4D97-AF65-F5344CB8AC3E}">
        <p14:creationId xmlns:p14="http://schemas.microsoft.com/office/powerpoint/2010/main" val="15861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Macintosh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A test slides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Yangxin Zhang</dc:creator>
  <cp:lastModifiedBy>Yangxin Zhang</cp:lastModifiedBy>
  <cp:revision>1</cp:revision>
  <dcterms:created xsi:type="dcterms:W3CDTF">2025-12-04T12:19:18Z</dcterms:created>
  <dcterms:modified xsi:type="dcterms:W3CDTF">2025-12-04T12:20:05Z</dcterms:modified>
</cp:coreProperties>
</file>